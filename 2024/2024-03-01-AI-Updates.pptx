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bd2b85a9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2bd2b85a9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karpathy/status/175999655137894039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twitter.com/karpathy/status/1760350892317098371" TargetMode="External"/><Relationship Id="rId4" Type="http://schemas.openxmlformats.org/officeDocument/2006/relationships/hyperlink" Target="https://www.youtube.com/watch?v=zduSFxRajkE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ureka-research.github.io/assets/eureka_paper.pdf" TargetMode="External"/><Relationship Id="rId13" Type="http://schemas.openxmlformats.org/officeDocument/2006/relationships/image" Target="../media/image9.png"/><Relationship Id="rId3" Type="http://schemas.openxmlformats.org/officeDocument/2006/relationships/hyperlink" Target="https://www.youtube.com/watch?v=sSKxxVtAANQ" TargetMode="External"/><Relationship Id="rId7" Type="http://schemas.openxmlformats.org/officeDocument/2006/relationships/hyperlink" Target="https://arxiv.org/abs/2310.12931" TargetMode="Externa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ureka-research.github.io/" TargetMode="External"/><Relationship Id="rId11" Type="http://schemas.openxmlformats.org/officeDocument/2006/relationships/image" Target="../media/image7.jpg"/><Relationship Id="rId5" Type="http://schemas.openxmlformats.org/officeDocument/2006/relationships/hyperlink" Target="https://www.1x.tech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www.figure.ai" TargetMode="External"/><Relationship Id="rId9" Type="http://schemas.openxmlformats.org/officeDocument/2006/relationships/hyperlink" Target="https://github.com/eureka-research/Eurek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gerardo.pdm/beyond-imagination-nvidias-foundation-agent-transforming-ai-and-reality-38c827b83096" TargetMode="External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witter.com/DrJimFan" TargetMode="External"/><Relationship Id="rId5" Type="http://schemas.openxmlformats.org/officeDocument/2006/relationships/hyperlink" Target="https://www.linkedin.com/in/drjimfan/" TargetMode="External"/><Relationship Id="rId4" Type="http://schemas.openxmlformats.org/officeDocument/2006/relationships/hyperlink" Target="https://jimfan.me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oores.samaltman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www.youtube.com/watch?v=JEFEJsTxPCc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lmsys/chatbot-arena-leaderboar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7850" y="1280228"/>
            <a:ext cx="4342500" cy="431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Arial"/>
              <a:buChar char="●"/>
            </a:pPr>
            <a:r>
              <a:rPr lang="en" sz="1600" b="1" i="0" u="none" strike="noStrike" cap="non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xxx</a:t>
            </a:r>
            <a:endParaRPr sz="1600" b="1" i="0" u="none" strike="noStrike" cap="non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672738" y="1277253"/>
            <a:ext cx="4342500" cy="431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Arial"/>
              <a:buChar char="●"/>
            </a:pPr>
            <a:r>
              <a:rPr lang="en" sz="1600" b="1" i="0" u="none" strike="noStrike" cap="non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xxx</a:t>
            </a:r>
            <a:endParaRPr sz="1600" b="1" i="0" u="none" strike="noStrike" cap="non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027550" y="228175"/>
            <a:ext cx="31926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AI Updates </a:t>
            </a:r>
            <a:endParaRPr sz="3600" b="1" i="0" u="none" strike="noStrike" cap="non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March 01, 2024</a:t>
            </a:r>
            <a:endParaRPr sz="2400" b="1" i="0" u="none" strike="noStrike" cap="none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238" y="1203525"/>
            <a:ext cx="2094075" cy="2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0941" y="3664175"/>
            <a:ext cx="1144600" cy="4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912377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72300" y="0"/>
            <a:ext cx="1689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 Large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72300" y="783600"/>
            <a:ext cx="4133400" cy="78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Mistral Large model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Mistral partners with Microsoft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 to GPT-4, good at reasoning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823483"/>
            <a:ext cx="4133402" cy="216761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2953" y="2823475"/>
            <a:ext cx="4277122" cy="21676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3075" y="228600"/>
            <a:ext cx="4794726" cy="14204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5" name="Google Shape;75;p15"/>
          <p:cNvSpPr txBox="1"/>
          <p:nvPr/>
        </p:nvSpPr>
        <p:spPr>
          <a:xfrm>
            <a:off x="7036025" y="2823475"/>
            <a:ext cx="697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MMLU</a:t>
            </a:r>
            <a:endParaRPr sz="1300" b="1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72300" y="0"/>
            <a:ext cx="1689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Tokenizers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72300" y="783600"/>
            <a:ext cx="4133400" cy="1046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Andrej Karpathy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https://twitter.com/karpathy/status/1759996551378940395</a:t>
            </a: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https://www.youtube.com/watch?v=zduSFxRajkE</a:t>
            </a: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https://twitter.com/karpathy/status/1760350892317098371</a:t>
            </a:r>
            <a:r>
              <a:rPr lang="en"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72300" y="0"/>
            <a:ext cx="3651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Robotics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72300" y="466175"/>
            <a:ext cx="4392300" cy="1185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https://www.youtube.com/watch?v=sSKxxVtAANQ</a:t>
            </a: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https://www.figure.ai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https://www.1x.tech</a:t>
            </a: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72300" y="1787100"/>
            <a:ext cx="4392300" cy="143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Eureka: Human-Level Reward Design via Coding LLMs (Nvidia, UPenn, Caltech, UT Austin)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https://eureka-research.github.io</a:t>
            </a: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https://arxiv.org/abs/2310.12931</a:t>
            </a: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https://eureka-research.github.io/assets/eureka_paper.pdf</a:t>
            </a: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https://github.com/eureka-research/Eureka</a:t>
            </a: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36822" y="80775"/>
            <a:ext cx="2863176" cy="217194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0" name="Google Shape;90;p1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05238" y="111062"/>
            <a:ext cx="1490950" cy="18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72000" y="2370850"/>
            <a:ext cx="1300034" cy="18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979425" y="2370854"/>
            <a:ext cx="1019290" cy="189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72300" y="0"/>
            <a:ext cx="3651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RAG, Embeddings, ...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72300" y="783600"/>
            <a:ext cx="4133400" cy="2986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NVIDIA’s Foundation Agent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Dr. Jim Fan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ISAC Sim, a simulation platform that accelerates physical training a thousandfold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https://medium.com/@gerardo.pdm/beyond-imagination-nvidias-foundation-agent-transforming-ai-and-reality-38c827b83096</a:t>
            </a: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Voyager project in Minecraft demonstrated the agent’s capacity for continuous learning and self-improvement. Engaging in a game with over 140 million active players,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text-to-action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6192775" y="2969400"/>
            <a:ext cx="28674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Dr. Jim Fan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https://jimfan.me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https://www.linkedin.com/in/drjimfan/</a:t>
            </a:r>
            <a:r>
              <a:rPr lang="en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sng" strike="noStrike" cap="non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https://twitter.com/DrJimFan</a:t>
            </a:r>
            <a:r>
              <a:rPr lang="en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sng" strike="noStrike" cap="non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2750" y="71196"/>
            <a:ext cx="2867550" cy="28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72300" y="0"/>
            <a:ext cx="3651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RAG, Embeddings, ...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72300" y="783600"/>
            <a:ext cx="4133400" cy="384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RAG - from Sander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72300" y="0"/>
            <a:ext cx="4133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AI Robots Will Do Everything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4403675" y="2032850"/>
            <a:ext cx="4638000" cy="2986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Progress beyond computing: Similar exponential improvement curves are happening in areas like DNA sequencing, solar energy, battery storage, and AI development.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Massive cost reductions: These advancements will drastically reduce costs in essential sectors, making them accessible to far more people than ever before.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shift in societal focus: As the cost of necessities decreases, society can refocus on goals beyond basic survival such as human connection and creativity.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Proposal: A Universal Basic Income (UBI) funded by the wealth generated by new technologies could offer stability and alleviate poverty in the face of potential job displacement.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72300" y="466175"/>
            <a:ext cx="4133400" cy="258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Moore's Law for Everything</a:t>
            </a:r>
            <a:endParaRPr sz="13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by Sam Altman · March 16, 2021</a:t>
            </a:r>
            <a:endParaRPr sz="13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https://moores.samaltman.com</a:t>
            </a: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https://www.youtube.com/watch?v=JEFEJsTxPCc</a:t>
            </a: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 Altman predicts technological advancement (AI, robotics) causing all costs decreasing exponentially over time (like Moore's Law in computing)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will expand in all areas beyond just computing.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will dramatically lower costs in key sectors like healthcare, education, energy, and more.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believes this will lead to unprecedented abundance.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11525" y="46225"/>
            <a:ext cx="1630150" cy="18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1250" y="3191950"/>
            <a:ext cx="3070284" cy="17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/>
        </p:nvSpPr>
        <p:spPr>
          <a:xfrm>
            <a:off x="72300" y="0"/>
            <a:ext cx="4133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Post-Scarcity Economics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178175" y="439700"/>
            <a:ext cx="4133400" cy="3586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Karl Marx theorized about the potential of automation to displace labor, leading to economic upheaval.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John Maynard Keynes predicted "technological unemployment" due to machines replacing workers.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Robert Heinlein "Waldo &amp; Magic, Inc." - remote manipulators ("waldoes")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Isaac Asimov: His stories often explore how robots and AI impact jobs and society.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Kurt Vonnegut (Player Piano): Novel about automation displacing skilled workers, leading to social unrest.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 Trek: replicator technology can produce most goods on demand.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Iain M. Banks' Culture series: A galactic society where AI provides for all needs.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3975" y="152400"/>
            <a:ext cx="1420600" cy="145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6150" y="363000"/>
            <a:ext cx="1305925" cy="15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7750" y="695875"/>
            <a:ext cx="1323765" cy="15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63975" y="1691250"/>
            <a:ext cx="1420601" cy="1701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37225" y="1968947"/>
            <a:ext cx="1323775" cy="1769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57750" y="2330700"/>
            <a:ext cx="1305926" cy="186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63975" y="3565396"/>
            <a:ext cx="1420600" cy="1095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/>
        </p:nvSpPr>
        <p:spPr>
          <a:xfrm>
            <a:off x="72300" y="0"/>
            <a:ext cx="4133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Post-Scarcity Economics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178175" y="439700"/>
            <a:ext cx="4133400" cy="58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was supposed to take boring jobs and allow people to be creative but the opposite happened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/>
        </p:nvSpPr>
        <p:spPr>
          <a:xfrm>
            <a:off x="7287950" y="845650"/>
            <a:ext cx="17637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Feb 15, 2024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 Models, 300 K votes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7254050" y="421150"/>
            <a:ext cx="18315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95% CI = Confidence Interval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-38048" y="-108050"/>
            <a:ext cx="41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5535876" y="45850"/>
            <a:ext cx="354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https://huggingface.co/spaces/lmsys/chatbot-arena-leaderboard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800" y="421150"/>
            <a:ext cx="7050350" cy="46118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/>
        </p:nvSpPr>
        <p:spPr>
          <a:xfrm>
            <a:off x="72300" y="76200"/>
            <a:ext cx="4131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Layoffs are not too big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6291625" y="109963"/>
            <a:ext cx="200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Layoffs - </a:t>
            </a: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F0F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2452313" y="4109075"/>
            <a:ext cx="3716100" cy="218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far in 2024 layoffs are 3-times less than in 2023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325" y="814647"/>
            <a:ext cx="7124034" cy="3008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Macintosh PowerPoint</Application>
  <PresentationFormat>On-screen Show (16:9)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1</cp:revision>
  <dcterms:modified xsi:type="dcterms:W3CDTF">2024-02-27T13:56:53Z</dcterms:modified>
</cp:coreProperties>
</file>