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f5417c9c7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1f5417c9c7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8a544b4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c8a544b4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f5417c9c7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1f5417c9c71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f5417c9c7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1f5417c9c7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c8a029e61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c8a029e61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5417c9c7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f5417c9c71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8a029e6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c8a029e6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ambdalabs.com" TargetMode="External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11" Type="http://schemas.openxmlformats.org/officeDocument/2006/relationships/image" Target="../media/image13.jpg"/><Relationship Id="rId5" Type="http://schemas.openxmlformats.org/officeDocument/2006/relationships/image" Target="../media/image7.jpeg"/><Relationship Id="rId10" Type="http://schemas.openxmlformats.org/officeDocument/2006/relationships/image" Target="../media/image12.jp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amandis.com/blog/emad-wisdom-part-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insider.com/elon-musk-says-ai-talent-war-is-craziest-hes-seen-2024-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deeplearning.ai/courses/red-teaming-llm-applications/lesson/1/introduct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ai.com/blog/navigating-the-challenges-and-opportunities-of-synthetic-voices" TargetMode="External"/><Relationship Id="rId13" Type="http://schemas.openxmlformats.org/officeDocument/2006/relationships/hyperlink" Target="https://stability.ai/news/stable-audio-2-0" TargetMode="External"/><Relationship Id="rId3" Type="http://schemas.openxmlformats.org/officeDocument/2006/relationships/hyperlink" Target="https://9to5mac.com/2024/04/01/apple-ai-gpt-4/" TargetMode="External"/><Relationship Id="rId7" Type="http://schemas.openxmlformats.org/officeDocument/2006/relationships/hyperlink" Target="https://decrypt.co/224165/open-ai-voice-engine-clone-speech" TargetMode="External"/><Relationship Id="rId12" Type="http://schemas.openxmlformats.org/officeDocument/2006/relationships/hyperlink" Target="https://github.com/princeton-nlp/SWE-agen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icrosoft/generative-ai-for-beginners?utm_source=tldrai" TargetMode="External"/><Relationship Id="rId11" Type="http://schemas.openxmlformats.org/officeDocument/2006/relationships/hyperlink" Target="https://twitter.com/mattshumer_/status/1775543642561597821" TargetMode="External"/><Relationship Id="rId5" Type="http://schemas.openxmlformats.org/officeDocument/2006/relationships/hyperlink" Target="https://github.com/wandb/openui" TargetMode="External"/><Relationship Id="rId10" Type="http://schemas.openxmlformats.org/officeDocument/2006/relationships/hyperlink" Target="https://github.com/mshumer/gpt-author/" TargetMode="External"/><Relationship Id="rId4" Type="http://schemas.openxmlformats.org/officeDocument/2006/relationships/hyperlink" Target="https://arxiv.org/pdf/2403.20329.pdf" TargetMode="External"/><Relationship Id="rId9" Type="http://schemas.openxmlformats.org/officeDocument/2006/relationships/hyperlink" Target="https://twitter.com/deadlyjackflash/status/177473990178492055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lmsys/chatbot-arena-leaderboar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hyperlink" Target="https://qz.com/tech-layoffs-high-ai-struggling-find-talent-1851368861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6325" y="1661225"/>
            <a:ext cx="4420200" cy="2955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LambdaLabs - Nvidia GH200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April 1st - celebrated for 400+ years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Why Emad Mostaque Left Stability.ai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 craziest talent war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Red Teaming LLM applications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Most Impactful AI Workflows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Naive RAG has poor performance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Apple's ReALM improves Siri's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OpenUI - build UI from description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GPT without account for free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$100 Bln data center with "Stargate" 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clone voice from just 15 sec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635500" y="1661225"/>
            <a:ext cx="4420200" cy="1569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Applicant Tracking System (ATS)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Claude-Author - write a novel from one prompt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SWE-agent - open source bug fixer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Stability AI just released Stable Audio 2.0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Tech Layoffs are x3 times lower than in 2023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975700" y="115925"/>
            <a:ext cx="31926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</a:t>
            </a:r>
            <a:endParaRPr sz="36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April 05</a:t>
            </a:r>
            <a:r>
              <a:rPr lang="en" sz="24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, 2024</a:t>
            </a:r>
            <a:endParaRPr sz="24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-11375"/>
            <a:ext cx="4463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LambdaLabs - Nvidia GH200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82600" y="568365"/>
            <a:ext cx="4380900" cy="655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LambdaLabs expansion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https://lambdalabs.com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another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$500 Mln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expand GPU cloud, in addition to the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$230 Mln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Series C earlier this year.                                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99" y="1422850"/>
            <a:ext cx="4380901" cy="224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6762" y="138250"/>
            <a:ext cx="3079426" cy="18874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5029200" y="2441749"/>
            <a:ext cx="3978025" cy="1456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is Coherent Memory?</a:t>
            </a:r>
            <a:endParaRPr sz="13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GH200 has 576 GB of "Coherent memory"</a:t>
            </a:r>
            <a:endParaRPr sz="13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Coherent memory creates a single, unified memory space accessible by both the CPU and GPU. 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Both CPU and GPU can see and operate on the same data without the need for explicit memory transfers.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2698" y="3997875"/>
            <a:ext cx="1052274" cy="8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3824" y="3997874"/>
            <a:ext cx="1219047" cy="8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5029200" y="3975049"/>
            <a:ext cx="3978025" cy="105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 Silicone Unified Memory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Nvidia "Coherent Memory" is very similar to Apple Silicone Mac's </a:t>
            </a:r>
            <a:r>
              <a:rPr lang="en" sz="13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Unified Memory</a:t>
            </a: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(128 GB laptops, or 192 GB Studio or Pro)</a:t>
            </a:r>
            <a:br>
              <a:rPr lang="en" sz="13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dirty="0">
                <a:latin typeface="Calibri"/>
                <a:ea typeface="Calibri"/>
                <a:cs typeface="Calibri"/>
                <a:sym typeface="Calibri"/>
              </a:rPr>
              <a:t>(using Apple’s MLX framework)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021775" y="2079600"/>
            <a:ext cx="2154600" cy="255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Grace CPU + Hopper GPU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0" y="26450"/>
            <a:ext cx="529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April 1st - celebrated for 400+ years (at least)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0275" y="3334274"/>
            <a:ext cx="1625350" cy="175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0276" y="2146749"/>
            <a:ext cx="1625351" cy="111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75" y="2475324"/>
            <a:ext cx="1901100" cy="1064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75" y="3707549"/>
            <a:ext cx="1901100" cy="126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9675" y="2500024"/>
            <a:ext cx="2479300" cy="10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6975" y="3717049"/>
            <a:ext cx="1688969" cy="12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0275" y="96974"/>
            <a:ext cx="1595349" cy="2127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473" y="1106187"/>
            <a:ext cx="1862175" cy="1239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67763" y="3208262"/>
            <a:ext cx="25527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2095" y="163149"/>
            <a:ext cx="1862176" cy="2800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9675" y="698999"/>
            <a:ext cx="2528501" cy="170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0" y="-11375"/>
            <a:ext cx="4456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Emad Mostaque Left Stability.ai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75975" y="550625"/>
            <a:ext cx="4380900" cy="4386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Emad: 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"I'm particularly great at taking creatives, developers, researchers, others and achieving their full potential and designing systems. But I should not be dealing with HR and operations and business development and other elements. There are far better people than me to do that."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Emad recounted Elon Musk’s quote about what it's like being CEO: "Staring into the abyss and chewing glass."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... big feeling of relief: "It was tying me down. There's a lot of legacy, technical, organizational, and other debt, especially when you grow so fast...I felt tired, relieved. I felt that now there's a million options.”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... advice to focus on the huge opportunity in AI-generated media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... he also stepped down because he felt an urgency and a responsibility to address broader issues around AI governance and consolidation that very few people are focused on. Emad believes there is a small window of only a year or two to establish proper governance and standards before highly capable AI systems become too consolidated and centralized.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4630875" y="750725"/>
            <a:ext cx="4380900" cy="78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 AI also has the potential to end democracy as we know it if the technology enables perfectly persuasive and emotionally manipulative speech targeted to each individual.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4630875" y="1612750"/>
            <a:ext cx="4380900" cy="198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Decentralized AI: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Accessibility: Everyone should be able to access AI technology.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Governance: There needs to be decentralized, democratic governance over the data that trains AI systems, not centralized control by a few companies.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AutoNum type="arabicPeriod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infrastructure: AI systems should be built in a modular way that people can build on top of, rather than monolithic centralized systems.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630875" y="3675375"/>
            <a:ext cx="4380900" cy="985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Emad envisions a future "intelligent internet" - roads, electric grid, schools, ... where "each person, country, and company has their own AI models, and they're all interacting with each other in an optimal way for humanity."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4630875" y="56275"/>
            <a:ext cx="3849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Calibri"/>
                <a:ea typeface="Calibri"/>
                <a:cs typeface="Calibri"/>
                <a:sym typeface="Calibri"/>
              </a:rPr>
              <a:t>Peter H. Diamandis interviewed </a:t>
            </a:r>
            <a:r>
              <a:rPr lang="e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Emad Mostaque</a:t>
            </a:r>
            <a:endParaRPr sz="13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https://www.diamandis.com/blog/emad-wisdom-part-1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0" y="0"/>
            <a:ext cx="338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"the craziest talent war"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119375" y="637265"/>
            <a:ext cx="4380900" cy="3564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Elon Musk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says competition for AI engineers is '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craziest talent war I've ever seen!'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Musk said he's raising the salaries of Tesla's AI engineering team.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Musk claimed OpenAI has successfully poached several Tesla engineers, with Tesla increasing AI engineer pay to attempt to fend off threats.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Several Tesla engineers have even been poached by Musk’s own xAI, including ML scientist Ethan Knight, who Musk said was originally set to join OpenAI.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making AI talent poaching headlines is Mark Zuckerberg, who reportedly recently emailed several Google DeepMind employees to recruit for Meta.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https://www.businessinsider.com/elon-musk-says-ai-talent-war-is-craziest-hes-seen-2024-4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3900" y="2366175"/>
            <a:ext cx="3026350" cy="151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3897" y="712200"/>
            <a:ext cx="1907750" cy="14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/>
        </p:nvSpPr>
        <p:spPr>
          <a:xfrm>
            <a:off x="0" y="-11375"/>
            <a:ext cx="5809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 Teaming LLM applications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97800" y="611125"/>
            <a:ext cx="4364700" cy="563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 Teaming LLM applications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https://learn.deeplearning.ai/courses/red-teaming-llm-applications/lesson/1/introduction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7275" y="1367800"/>
            <a:ext cx="7250468" cy="366417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/>
        </p:nvSpPr>
        <p:spPr>
          <a:xfrm>
            <a:off x="0" y="-11375"/>
            <a:ext cx="4456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Impactful AI Workflows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75975" y="1007825"/>
            <a:ext cx="4380900" cy="125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Customer Service: 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AI-Powered Chatbots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- 24/7 service, fast (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RAG systems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social media, emails, and surveys - to track customer satisfaction, identify potential problems, and make proactive improvements.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Personalized Recommendations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boost sales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689200" y="2742475"/>
            <a:ext cx="4380900" cy="1456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Human Resources: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Candidate Sourcing and Screening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identify good potential candidates from huge resume pools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Employee Training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AI can offer personalized training plans to support employee growth and skill development.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Predictive Analytics for Attrition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identify patterns that could lead to employee turnover.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75975" y="2742475"/>
            <a:ext cx="4380900" cy="1456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Marketing and Sales: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Predictive Lead Scoring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prioritize sales efforts, increase conversion rates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Targeted Ad Campaigns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highly personalized ads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Sales Forecasting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analyze trends, predict sales, improve planning and resource allocation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posts, articles, newsletters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689200" y="1007825"/>
            <a:ext cx="4380900" cy="1456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Operations and Process Automation: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Document Analysis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sorting, classifying, extracting crucial data from documents (like invoices, contracts, reports)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Inventory Management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forecast demand and optimize stock levels, minimize waste and ensure adequate inventory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Fraud Detection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AI analyzes patterns in transactions and flags suspicious activity to prevent fraud, protect from losses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0" y="-11375"/>
            <a:ext cx="4456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Naive RAG - poor performance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112875" y="606250"/>
            <a:ext cx="4380900" cy="105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Amazon simple naive RAG (Retrieval Augmented Generation) using Kendra indexing and Bedrock LLM works very poorly, mostly because of bad retrieval.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Data preprocessing MUST be added for better results.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575" y="275150"/>
            <a:ext cx="4057650" cy="220980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75" y="1787275"/>
            <a:ext cx="4722825" cy="32851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/>
        </p:nvSpPr>
        <p:spPr>
          <a:xfrm>
            <a:off x="0" y="-11375"/>
            <a:ext cx="2655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75975" y="453523"/>
            <a:ext cx="4380900" cy="1363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Apple has developed a new system called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ReALM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Reference Resolution As Language Modeling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) that improves Siri's ability to understand context by considering on-screen, conversational, and background entities. It outperforms ChatGPT 4.0 in some benchmarks.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https://9to5mac.com/2024/04/01/apple-ai-gpt-4/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https://arxiv.org/pdf/2403.20329.pdf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- paper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75975" y="1874851"/>
            <a:ext cx="4380900" cy="609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OpenUI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describe UI - and it gets automatically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created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using HTML, React, Svelte, Web Components, etc. 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https://github.com/wandb/openui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75975" y="2540119"/>
            <a:ext cx="4380900" cy="40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Microsoft "Generative AI for Beginners" v.2 course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https://github.com/microsoft/generative-ai-for-beginners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5975" y="3005287"/>
            <a:ext cx="4380900" cy="45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provides ChatGPT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free </a:t>
            </a:r>
            <a:b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the need to sign-up.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75975" y="3527273"/>
            <a:ext cx="4380900" cy="45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and OpenAI are planning a new data center: </a:t>
            </a:r>
            <a:b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$100 Bln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AI supercomputer called "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Stargate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75975" y="4049265"/>
            <a:ext cx="4380900" cy="71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can clone voice from just 15 sec of audio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https://decrypt.co/224165/open-ai-voice-engine-clone-speech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https://openai.com/blog/navigating-the-challenges-and-opportunities-of-synthetic-voices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4678216" y="453515"/>
            <a:ext cx="4380900" cy="655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Applicant Tracking System (ATS)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software scans and analyses your resume or application and rejects it if it is not a good match.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https://twitter.com/deadlyjackflash/status/1774739901784920551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678225" y="1176840"/>
            <a:ext cx="4380900" cy="156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Claude-Author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write a novel using one-prompt description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saves book as a real e-book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w/ cover art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chain of many Claude 3 Haiku/Opus and Stable Diffusion API calls that work together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https://github.com/mshumer/gpt-author/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https://twitter.com/mattshumer_/status/1775543642561597821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4678225" y="2808265"/>
            <a:ext cx="4380900" cy="45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SWE-agent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open source, can fix bugs and issues in real GitHub repositories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https://github.com/princeton-nlp/SWE-agent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4678225" y="3373365"/>
            <a:ext cx="4380900" cy="609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Stability AI just released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Stable Audio 2.0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create high-quality songs up to 3 min from a single text prompt.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https://stability.ai/news/stable-audio-2-0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7484600" y="998050"/>
            <a:ext cx="15672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models: 7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votes: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511252</a:t>
            </a:r>
            <a:endParaRPr sz="13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March 2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2024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7254050" y="4211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5535876" y="45850"/>
            <a:ext cx="354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https://huggingface.co/spaces/lmsys/chatbot-arena-leaderboard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758575" y="2257800"/>
            <a:ext cx="8874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4758575" y="4093178"/>
            <a:ext cx="8874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4758575" y="4624441"/>
            <a:ext cx="8874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487" y="309500"/>
            <a:ext cx="4571087" cy="306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475" y="3359448"/>
            <a:ext cx="4571098" cy="1670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72300" y="76200"/>
            <a:ext cx="4874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Layoffs are x3 times lower than in 2023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6291625" y="109963"/>
            <a:ext cx="200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Layoffs - </a:t>
            </a: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F0F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387275" y="4202375"/>
            <a:ext cx="8367000" cy="92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Salaries for AI engineers rose 12% from the third to fourth quarter last year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average salary for a senior AI engineer nationally is more than $190,000, according to Comprehensive.io.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has a talent shortage, meaning </a:t>
            </a:r>
            <a:r>
              <a:rPr lang="en" sz="1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$1 Mln salary job offers!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during tech layoffs</a:t>
            </a:r>
            <a:b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https://qz.com/tech-layoffs-high-ai-struggling-find-talent-1851368861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50" y="648400"/>
            <a:ext cx="8367076" cy="344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238" y="1203525"/>
            <a:ext cx="2094075" cy="2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4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941" y="3664175"/>
            <a:ext cx="1144600" cy="4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/>
          <p:nvPr/>
        </p:nvSpPr>
        <p:spPr>
          <a:xfrm>
            <a:off x="912377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536203" y="4360974"/>
            <a:ext cx="209407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1528</Words>
  <Application>Microsoft Macintosh PowerPoint</Application>
  <PresentationFormat>On-screen Show (16:9)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1</cp:revision>
  <dcterms:modified xsi:type="dcterms:W3CDTF">2024-04-05T19:57:31Z</dcterms:modified>
</cp:coreProperties>
</file>