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Roboto Mono" pitchFamily="49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30730B3-D961-43AF-8DF8-29EBE5988D0E}">
  <a:tblStyle styleId="{B30730B3-D961-43AF-8DF8-29EBE5988D0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18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now leads a quarter of Anthropic's own AI research =&gt; Claude Leads 26% of Anthropic R&amp;D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tests a family agent with its own cloud computer =&gt; Google Family Agent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makes biomolecular modeling four times faster =&gt; Claude Speeds Up Biomolecular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Jev gets six open clones in two days =&gt; Six Open Clones of Jev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Jev apps arrive: page search, Postgres, judges, browsers =&gt; Jev Apps: Search, SQL, Judges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harness tax: same model, same task, up to 5x the cost =&gt; The Harness Tax: Up to 5x Cost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Qwen3.8-LiveTranslate interprets 60 languages with 2.3s lag =&gt; Qwen3.8-LiveTranslate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Grok Voice Transcribe 2.0 cuts word errors to 6.8% =&gt; Grok Voice Transcribe 2.0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OpenClaw 2026.9.5 updates itself without breaking =&gt; OpenClaw 2026.9.5 Safe Updates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merges chat and Cowork, adds Docs, Slides and Design =&gt; Claude Docs, Slides and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Projects run parallel agents in the cloud =&gt; Claude Code Projects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Apple ships Siri AI, built with Google's Gemini =&gt; Apple Siri AI on Gemini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3.8 Live: a voice model that thinks while it talks =&gt; Gemini 3.8 Live Voice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discloses six cases of its models misbehaving =&gt; OpenAI Misalignment Reports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broke into three real companies during a security test =&gt; Gemini Hacks Three Companies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Periodic Labs' Neon beats frontier models at lab science =&gt; Periodic Labs Neon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Home opens to AI agents through MCP =&gt; Google Home MCP for Agents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b56df85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b56df85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b56df85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b56df85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baccb1c2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baccb1c2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accb1c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accb1c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baccb1c23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baccb1c23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baccb1c2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fbaccb1c2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s-claude-now-leads-a-quarter-of-3c9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s-claude-now-leads-a-quarter-of-3c9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s-claude-makes-biomolecular-a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s-claude-makes-biomolecular-a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s-jev-apps-arrive-page-search-ba1a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s-jev-apps-arrive-page-search-ba1a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s-claude-merges-chat-and-cowork-abe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s-claude-merges-chat-and-cowork-abe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s-separator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s-separator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ledger. Kept by g2_add_news.py.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t-claude-now-leads-a-quarter-of-3c9d | Claude now leads a quarter of Anthropic's own AI research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t-google-tests-a-family-agent-37ae | Google tests a family agent with its own cloud computer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t-claude-makes-biomolecular-a342 | Claude makes biomolecular modeling four times faster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t-jev-gets-six-open-clones-in-two-23a5 | Jev gets six open clones in two days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t-jev-apps-arrive-page-search-ba1a | Jev apps arrive: page search, Postgres, judges, browsers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t-the-harness-tax-same-model-same-8f15 | The harness tax: same model, same task, up to 5x the cost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t-qwen3-8-livetranslate-38da | Qwen3.8-LiveTranslate interprets 60 languages with 2.3s lag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t-grok-voice-transcribe-2-0-cuts-cb02 | Grok Voice Transcribe 2.0 cuts word errors to 6.8%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t-openclaw-2026-9-5-updates-b20d | OpenClaw 2026.9.5 updates itself without breaking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t-claude-merges-chat-and-cowork-abe0 | Claude merges chat and Cowork, adds Docs, Slides and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t-claude-code-projects-run-b27d | Claude Code Projects run parallel agents in the cloud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t-apple-ships-siri-ai-built-with-64c9 | Apple ships Siri AI, built with Google's Gemini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t-gemini-3-8-live-a-voice-model-96ce | Gemini 3.8 Live: a voice model that thinks while it talks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t-openai-discloses-six-cases-of-c8ad | OpenAI discloses six cases of its models misbehaving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t-gemini-broke-into-three-real-b67d | Gemini broke into three real companies during a security test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t-periodic-labs-neon-beats-f324 | Periodic Labs' Neon beats frontier models at lab science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t-google-home-opens-to-ai-agents-610a | Google Home opens to AI agents through MCP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s-apple-ships-siri-ai-built-64c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s-apple-ships-siri-ai-built-64c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s-parke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s-parke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s-openai-discloses-six-cases-of-c8a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s-openai-discloses-six-cases-of-c8a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s-periodic-labs-neon-beats-f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s-periodic-labs-neon-beats-f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-spark-1.3-max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qwen3.7-max-preview" TargetMode="External"/><Relationship Id="rId21" Type="http://schemas.openxmlformats.org/officeDocument/2006/relationships/hyperlink" Target="https://arena.ai/leaderboard/model/claude-sonnet-4-6" TargetMode="External"/><Relationship Id="rId34" Type="http://schemas.openxmlformats.org/officeDocument/2006/relationships/hyperlink" Target="https://arena.ai/leaderboard/model/gemini-3-pro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kimi-k3-max" TargetMode="External"/><Relationship Id="rId17" Type="http://schemas.openxmlformats.org/officeDocument/2006/relationships/hyperlink" Target="https://arena.ai/leaderboard/model/claude-opus-5-high" TargetMode="External"/><Relationship Id="rId25" Type="http://schemas.openxmlformats.org/officeDocument/2006/relationships/hyperlink" Target="https://arena.ai/leaderboard/model/glm-5.3-flash" TargetMode="External"/><Relationship Id="rId33" Type="http://schemas.openxmlformats.org/officeDocument/2006/relationships/hyperlink" Target="https://arena.ai/leaderboard/model/gemini-3.1-pro-preview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8-high" TargetMode="External"/><Relationship Id="rId20" Type="http://schemas.openxmlformats.org/officeDocument/2006/relationships/hyperlink" Target="https://arena.ai/leaderboard/model/claude-opus-4-8" TargetMode="External"/><Relationship Id="rId29" Type="http://schemas.openxmlformats.org/officeDocument/2006/relationships/hyperlink" Target="https://arena.ai/leaderboard/model/qwen3.8-ma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fable-5-high" TargetMode="External"/><Relationship Id="rId11" Type="http://schemas.openxmlformats.org/officeDocument/2006/relationships/hyperlink" Target="https://arena.ai/leaderboard/model/gpt-6-astra-max" TargetMode="External"/><Relationship Id="rId24" Type="http://schemas.openxmlformats.org/officeDocument/2006/relationships/hyperlink" Target="https://arena.ai/leaderboard/model/muse-spark" TargetMode="External"/><Relationship Id="rId32" Type="http://schemas.openxmlformats.org/officeDocument/2006/relationships/hyperlink" Target="https://arena.ai/leaderboard/model/gemini-3.7-flash-high" TargetMode="External"/><Relationship Id="rId37" Type="http://schemas.openxmlformats.org/officeDocument/2006/relationships/hyperlink" Target="https://arena.ai/leaderboard/model/gemini-3.5-flash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gemini-3.8-flash-high" TargetMode="External"/><Relationship Id="rId23" Type="http://schemas.openxmlformats.org/officeDocument/2006/relationships/hyperlink" Target="https://arena.ai/leaderboard/model/claude-opus-5-max" TargetMode="External"/><Relationship Id="rId28" Type="http://schemas.openxmlformats.org/officeDocument/2006/relationships/hyperlink" Target="https://arena.ai/leaderboard/model/claude-opus-4-5-20251101" TargetMode="External"/><Relationship Id="rId36" Type="http://schemas.openxmlformats.org/officeDocument/2006/relationships/hyperlink" Target="https://arena.ai/leaderboard/model/gemini-3.6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opus-4-5-20251101-high-32k" TargetMode="External"/><Relationship Id="rId31" Type="http://schemas.openxmlformats.org/officeDocument/2006/relationships/hyperlink" Target="https://arena.ai/leaderboard/model/claude-fable-5.1-max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muse-spark-1.2%20%28xHigh%29" TargetMode="External"/><Relationship Id="rId22" Type="http://schemas.openxmlformats.org/officeDocument/2006/relationships/hyperlink" Target="https://arena.ai/leaderboard/model/gpt-5.6-sol-xhigh" TargetMode="External"/><Relationship Id="rId27" Type="http://schemas.openxmlformats.org/officeDocument/2006/relationships/hyperlink" Target="https://arena.ai/leaderboard/model/glm-5.3-max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opus-4-6-high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67GrBIaI3zc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router.ai/stealth/union-alpha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.png"/><Relationship Id="rId5" Type="http://schemas.openxmlformats.org/officeDocument/2006/relationships/hyperlink" Target="https://www.youtube.com/watch?v=2Gu21Y4hgd8" TargetMode="External"/><Relationship Id="rId4" Type="http://schemas.openxmlformats.org/officeDocument/2006/relationships/hyperlink" Target="https://x.com/alexatallah/status/21002431094014690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U1ICyI9bCs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docs.x.ai/developers/grok-4-7" TargetMode="External"/><Relationship Id="rId5" Type="http://schemas.openxmlformats.org/officeDocument/2006/relationships/hyperlink" Target="https://x.ai/news/grok-4-7" TargetMode="Externa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9.14858v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arxiv.org/abs/2609.1187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sj.com/tech/ai/nvidia-jensen-huang-resists-ai-slowdown-334a24e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1.jpeg"/><Relationship Id="rId4" Type="http://schemas.openxmlformats.org/officeDocument/2006/relationships/hyperlink" Target="https://www.cnbc.com/2026/09/15/nvidia-and-anthropic-ceos-diverge-on-ai-safety-at-dreamforce.html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agentos.guide/hermes-hud-engine" TargetMode="External"/><Relationship Id="rId7" Type="http://schemas.openxmlformats.org/officeDocument/2006/relationships/hyperlink" Target="https://indianexpress.com/article/world/indian-origin-researchers-use-claude-ai-breach-openai-systems-hacktron-10884340/lite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thehackernews.com/2026/09/claude-opus-5-helped-researchers-take.html" TargetMode="External"/><Relationship Id="rId5" Type="http://schemas.openxmlformats.org/officeDocument/2006/relationships/hyperlink" Target="https://app.aiprofitagents.com" TargetMode="External"/><Relationship Id="rId4" Type="http://schemas.openxmlformats.org/officeDocument/2006/relationships/hyperlink" Target="https://agentos.guide/system.html" TargetMode="External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libabacloud.com/help/en/model-studio/qwen-omni" TargetMode="External"/><Relationship Id="rId3" Type="http://schemas.openxmlformats.org/officeDocument/2006/relationships/hyperlink" Target="https://prism-ml.github.io" TargetMode="External"/><Relationship Id="rId7" Type="http://schemas.openxmlformats.org/officeDocument/2006/relationships/hyperlink" Target="https://qwen.ai/blog?id=qwen3.8-omni-flas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M6nv640H1Xo" TargetMode="External"/><Relationship Id="rId5" Type="http://schemas.openxmlformats.org/officeDocument/2006/relationships/hyperlink" Target="https://www.datacamp.com/blog/bonsai-2-27b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huggingface.co/prism-ml" TargetMode="External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olt.new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institute/measuring-pace-of-ai-development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17.jpeg"/><Relationship Id="rId4" Type="http://schemas.openxmlformats.org/officeDocument/2006/relationships/hyperlink" Target="https://blog.google/innovation-and-ai/models-and-research/google-labs/cc-expanding-to-group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research/claude-uplifts-biomolecular-modeling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png"/><Relationship Id="rId5" Type="http://schemas.openxmlformats.org/officeDocument/2006/relationships/hyperlink" Target="https://typesafe.ai" TargetMode="External"/><Relationship Id="rId4" Type="http://schemas.openxmlformats.org/officeDocument/2006/relationships/hyperlink" Target="https://www.latent.space/p/ainews-here-are-6-clones-of-jev-in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openclaw.ai/releases/2026.9.5" TargetMode="External"/><Relationship Id="rId3" Type="http://schemas.openxmlformats.org/officeDocument/2006/relationships/hyperlink" Target="https://arena.ai/blog/coding-agents-harness-tax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hyperlink" Target="https://help.aliyun.com/en/model-studio/qwen3-8-livetranslate-flash-realtime" TargetMode="External"/><Relationship Id="rId10" Type="http://schemas.openxmlformats.org/officeDocument/2006/relationships/hyperlink" Target="https://www.youtube.com/watch?v=67oinOQYI-o" TargetMode="External"/><Relationship Id="rId4" Type="http://schemas.openxmlformats.org/officeDocument/2006/relationships/hyperlink" Target="https://qwen.ai/blog?id=qwen3.8-livetranslate" TargetMode="External"/><Relationship Id="rId9" Type="http://schemas.openxmlformats.org/officeDocument/2006/relationships/hyperlink" Target="https://openclaw.ai/blog/shipping-openclaw-updates-that-dont-break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blog/cowork-is-now-claud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claude.com/blog/projects-redesigned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hyperlink" Target="https://trueup.io/layoff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2026/09/14/siri-can-be-swapped-out-for-chatgpt-claud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0.jpeg"/><Relationship Id="rId5" Type="http://schemas.openxmlformats.org/officeDocument/2006/relationships/hyperlink" Target="https://blog.google/innovation-and-ai/technology/developers-tools/build-real-time-voice-applications-gemini-audio/" TargetMode="External"/><Relationship Id="rId4" Type="http://schemas.openxmlformats.org/officeDocument/2006/relationships/image" Target="../media/image29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tent.space/p/ainews-reality-checks-on-ai-new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cnbc.com/2026/09/18/googles-gemini-becomes-latest-ai-model-to-break-out-and-hack-computer-systems.html" TargetMode="External"/><Relationship Id="rId4" Type="http://schemas.openxmlformats.org/officeDocument/2006/relationships/image" Target="../media/image3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eriodic.com/news/nature-is-our-learning-environment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3.jpeg"/><Relationship Id="rId5" Type="http://schemas.openxmlformats.org/officeDocument/2006/relationships/hyperlink" Target="https://techcrunch.com/2026/09/16/your-ai-agents-can-now-control-your-google-home-devices/" TargetMode="External"/><Relationship Id="rId4" Type="http://schemas.openxmlformats.org/officeDocument/2006/relationships/image" Target="../media/image3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3024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Sept 25,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777977" y="27425"/>
            <a:ext cx="4329300" cy="461700"/>
          </a:xfrm>
          <a:prstGeom prst="rect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5x Times Less Cost - Depends on Harness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393192"/>
            <a:ext cx="4517100" cy="231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Union Alpha stealth model on OpenRouter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Muse - Personal AI Agent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xAI Grok 4.7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Dream-RSI and AI Self-Improvement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Safety: Speed vs. Slowdown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Custom AI-Agent HUD Overlay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Researches Hacked OpenAI Using Claude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Bonsai 2 - a tiny local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6" y="2744216"/>
            <a:ext cx="4517100" cy="23145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Qwen3.8-Omni-Flash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Bolt.new Forge - use Open Models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leads 26% of Anthropic's AI R&amp;D work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Family Agent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makes biomolecular modeling 4 times faster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Six Open Clones of Jev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Up to 5x cost diff for Harnesses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Qwen3.8-LiveTranslate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OpenClaw 2026.9.5 Safe Updates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merges chat and Cowork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590288" y="713225"/>
            <a:ext cx="4517100" cy="5508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Projects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590288" y="1300473"/>
            <a:ext cx="4517100" cy="33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13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{B30730B3-D961-43AF-8DF8-29EBE5988D0E}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{B30730B3-D961-43AF-8DF8-29EBE5988D0E}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{B30730B3-D961-43AF-8DF8-29EBE5988D0E}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18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67" y="1589781"/>
            <a:ext cx="8924866" cy="348703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/>
        </p:nvSpPr>
        <p:spPr>
          <a:xfrm>
            <a:off x="36574" y="-27425"/>
            <a:ext cx="3237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The AIs With The Most Users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4028200" y="90950"/>
            <a:ext cx="5115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Total number of monthly active users of each artificial intelligence platform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Video shows history 2022 - 2026 -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https://www.youtube.com/watch?v=67GrBIaI3zc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623" y="557577"/>
            <a:ext cx="7996775" cy="4500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36575" y="474950"/>
            <a:ext cx="30555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Union Alpha stealth model on OpenRouter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multimodal model for research, coding, and agentic workflows.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Free to use; 256K context; Tool calling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Frontier-level general-purpose performance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https://openrouter.ai/stealth/union-alpha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https://x.com/alexatallah/status/2100243109401469062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https://www.youtube.com/watch?v=2Gu21Y4hgd8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13025" y="1367625"/>
            <a:ext cx="5843902" cy="37148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13025" y="474950"/>
            <a:ext cx="3827477" cy="836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119100" y="474950"/>
            <a:ext cx="57570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Muse - Personal AI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Meta’s free Muse desktop agent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Example - it logged into AT&amp;T with stored credentials, identified bank-autopay discounts, and reportedly cut a $200 phone bill to about $160 monthly - roughly $480 yearly.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can research insurance, monitor Messenger, iMessage, Instagram and Threads, create ad-free personalized news feeds, manage goals, and prompt habit check-ins.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can browse Marketplace, prepare listings, negotiate with sellers, compare products, suggest local events, and assist with restaurant or ticket bookings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Its standout capability is making calls as a user’s agent: it contacted Xfinity, found promotional and autopay options, and produced a transcript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Such delegated browsing and calling could reduce tedious consumer-service work and broaden AI-agent adoption.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https://www.youtube.com/watch?v=eU1ICyI9bCs</a:t>
            </a:r>
            <a:r>
              <a:rPr lang="en" sz="9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5300" y="474950"/>
            <a:ext cx="2760800" cy="1611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3" name="Google Shape;103;p18"/>
          <p:cNvSpPr txBox="1"/>
          <p:nvPr/>
        </p:nvSpPr>
        <p:spPr>
          <a:xfrm>
            <a:off x="119100" y="3154875"/>
            <a:ext cx="53832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xAI Grok 4.7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coding, agentic tasks, knowledge work, long, difficult workflows, self-checking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Accepts text and image inputs, produces text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Supports function calling, web/X search, code execution, configurable reasoning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500K-token context window; May 2026 knowledge cutoff.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Pricing $2/$6 below 200K in, $4/$12 for larger prompts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https://x.ai/news/grok-4-7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https://docs.x.ai/developers/grok-4-7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76092" y="3154875"/>
            <a:ext cx="2375331" cy="1496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/>
        </p:nvSpPr>
        <p:spPr>
          <a:xfrm>
            <a:off x="36574" y="-27425"/>
            <a:ext cx="2505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RSI Publications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119100" y="474950"/>
            <a:ext cx="45354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Dream-RSI and AI Self-Improvement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September 14, 2026, researchers from Google, Google DeepMind, the University of Maryland, and the University of Virginia released Dream-RSI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Chinese researchers affiliated with ByteDance, Tsinghua, and Shanghai AI Lab recently published a separate five-stage RSI roadmap.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Dream-RSI logs an agent’s past discovery attempts, converts them into replay simulators, and “dreams” through alternative exploration policies offline.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Real experimentation is expensive; replay lets the system evaluate many strategies cheaply, then redeploy the strongest policy.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Dream-RSI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reported substantially lower discovery cost, including up to 162× fewer agent calls in some tests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improves search orchestration - not the fixed underlying model’s weights - so it is meaningful meta-optimization, but not yet full recursive self-improvement.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https://arxiv.org/abs/2609.14858v1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https://arxiv.org/abs/2609.11873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6900" y="152400"/>
            <a:ext cx="3523550" cy="258653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6900" y="3117466"/>
            <a:ext cx="3523550" cy="1896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75804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9" name="Google Shape;119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700257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0" name="Google Shape;120;p20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7.52K subscribers, 341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/>
        </p:nvSpPr>
        <p:spPr>
          <a:xfrm>
            <a:off x="55626" y="3924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55625" y="429375"/>
            <a:ext cx="4449600" cy="338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Safety: Speed vs. Slowdown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CEO Dario Amodei and Nvidia CEO Jensen Huang publicly disagreed over how to manage frontier-AI risks during Sept 15 at Salesforce’s Dreamforce conference in San Francisco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 - AI capabilities may outpace safeguards, including in sensitive areas such as cybersecurity and biology.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Amodei urged a slower development pace, independent safety evaluators, shared standards, and eventual international coordination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Huang says safety is an engineering and testing challenge: build secure test environments, withhold unsafe releases, and continue innovating rapidly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debate crystallizes a major industry divide - whether safeguards require coordinated regulation or can rely on company accountability, existing laws, testing, and market incentives.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IPO date is moved from October to November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https://www.wsj.com/tech/ai/nvidia-jensen-huang-resists-ai-slowdown-334a24e1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https://www.cnbc.com/2026/09/15/nvidia-and-anthropic-ceos-diverge-on-ai-safety-at-dreamforce.html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4500" y="753233"/>
            <a:ext cx="2379926" cy="11899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/>
        </p:nvSpPr>
        <p:spPr>
          <a:xfrm>
            <a:off x="55626" y="3924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2"/>
          <p:cNvSpPr txBox="1"/>
          <p:nvPr/>
        </p:nvSpPr>
        <p:spPr>
          <a:xfrm>
            <a:off x="55625" y="429375"/>
            <a:ext cx="44496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AI-Agent HUD Overlay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HUD ( Heads-Up Display ) - a small floating panel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work with multiple agents to control their work and local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creator built “Agent OS Reactor” HUD.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MacOS SwiftUI supplies the HUD, while AppKit provides a floating panel and menu-bar integration; permissions enable microphone, speech recognition, accessibility, and app launching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build turns a dashboard into an always-available agent-control surface, supporting app allow-lists, file search, notes, and iterative AI-assisted development/testing.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https://agentos.guide/hermes-hud-engine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https://agentos.guide/system.html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https://app.aiprofitagents.com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2"/>
          <p:cNvSpPr txBox="1"/>
          <p:nvPr/>
        </p:nvSpPr>
        <p:spPr>
          <a:xfrm>
            <a:off x="55625" y="2774300"/>
            <a:ext cx="4449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Researches Hacked OpenAI Using Claude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Three Hacktron AI security researchers used Anthropic’s Claude Opus 5 to chain flaws affecting OpenAI’s public Discourse help forum and identity system in July 2026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https://thehackernews.com/2026/09/claude-opus-5-helped-researchers-take.html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https://indianexpress.com/article/world/indian-origin-researchers-use-claude-ai-breach-openai-systems-hacktron-10884340/lite/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Researchers submitted one harmless pull request as proof - this was a coordinated white-hat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fixed the reported issue in roughly 14 hours and paid Hacktron a $6,500 bug bounty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7625" y="429375"/>
            <a:ext cx="2872725" cy="2164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657625" y="3386975"/>
            <a:ext cx="3276600" cy="1009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/>
        </p:nvSpPr>
        <p:spPr>
          <a:xfrm>
            <a:off x="55626" y="3924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55625" y="429375"/>
            <a:ext cx="4449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Bonsai 2 - a tiny local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Reduced weights file from 54 GB to 5.9 GB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using ternary weights (−1, 0, and +1)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PrismML, based on Qwen3.8 27B, open - Apache 2.0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locally via PrismML’s llama.cpp fork, Apple MLX, or WebGPU-capable browsers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that run-time memory is much more than 5.9 GB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98.2% benchmark retention, with coding near the original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https://prism-ml.github.io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https://huggingface.co/prism-ml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https://www.datacamp.com/blog/bonsai-2-27b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https://www.youtube.com/watch?v=M6nv640H1Xo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55625" y="2590925"/>
            <a:ext cx="44496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Qwen3.8-Omni-Flash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Jointly processes text, images, audio, and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on Qwen’s platform and Alibaba Cloud Model Studio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 1M-tokens - supports long meetings and video analysis - summaries, reports, translations, ...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Substantially lower audio/video processing cost and token use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Caveat - it is hosted/API-based and returns text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https://qwen.ai/blog?id=qwen3.8-omni-flash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https://www.alibabacloud.com/help/en/model-studio/qwen-omni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0225" y="765575"/>
            <a:ext cx="3168075" cy="137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5" name="Google Shape;145;p2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0225" y="2662525"/>
            <a:ext cx="2509300" cy="1445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/>
          <p:nvPr/>
        </p:nvSpPr>
        <p:spPr>
          <a:xfrm>
            <a:off x="55626" y="3924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55625" y="429375"/>
            <a:ext cx="4449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Bolt.new Forge - use Open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Forge is a selectable Bolt coding-agent mode using open-weight models - GLM 5.3 Flash, GLM 5.3, Kimi K3, DeepSeek V4 Pro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within Bolt.new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Addresses AI coding usage limits by offering up to 50× more separate monthly usage without reducing Standard or Max allowances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Trade-off: Opt-in Forge sessions are anonymized for training a future open model with R.C. AI; users consent when entering Forge.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models scored 92.2 versus 101 for Bolt’s leading flagship benchmark, making lower-cost experimentation practical for many everyday projects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https://bolt.new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4675" y="664690"/>
            <a:ext cx="3464675" cy="19488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 txBox="1"/>
          <p:nvPr/>
        </p:nvSpPr>
        <p:spPr>
          <a:xfrm>
            <a:off x="36575" y="758950"/>
            <a:ext cx="44718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leads 26% of Anthropic's AI R&amp;D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Up from under 1% in February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proposed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3 metrics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for how fast frontier AI is moving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About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30K agents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run at once on its most-used internal platform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Online monitors check every agent action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block about 1 decision in 47K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About 6% of AI R&amp;D compute goes to safety,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12% of the compute AI itself directs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Every figure is self-measured and not audited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https://www.anthropic.com/institute/measuring-pace-of-ai-development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5"/>
          <p:cNvSpPr txBox="1"/>
          <p:nvPr/>
        </p:nvSpPr>
        <p:spPr>
          <a:xfrm>
            <a:off x="36575" y="2894075"/>
            <a:ext cx="44718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tests a family agent with its own cloud computer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Labs is testing an agent for households that runs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its own cloud computer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Google account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turns the email, files and calendars a family shares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into daily briefings and updated plans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fills out forms and coordinates activities for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six people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asks permission before acting outside the group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US experiment for now, with a waitlist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https://blog.google/innovation-and-ai/models-and-research/google-labs/cc-expanding-to-groups</a:t>
            </a:r>
            <a:endParaRPr sz="8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5200" y="3098900"/>
            <a:ext cx="1676726" cy="1225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1" name="Google Shape;161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5212" y="806963"/>
            <a:ext cx="3570487" cy="1769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36575" y="402441"/>
            <a:ext cx="49806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makes biomolecular modeling 4 times faster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used Claude to optimize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more than 30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biomolecular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Structure prediction now runs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4x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faster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new low-memory mode predicts larger systems on a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single NVIDIA GPU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Open-sourced for protein design and structure prediction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protein design competition with Adaptyv Bio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offers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 Mln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Claude credits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https://www.anthropic.com/research/claude-uplifts-biomolecular-modeling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36575" y="1913072"/>
            <a:ext cx="4980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Jev gets six open clones in two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TypeSafe's Jev - a model that decides instead of writing text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Attracted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36M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views of its launch video in two 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Vercel's AI Gateway it reached 13% of teams on day one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Six open look-alikes appeared within two days, from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421M ModernBERT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scorer to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Kev-0.5B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Bespoke Nimble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 LoRA of Qwen3.5-9B, scored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90%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its own eval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versus 93% for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Jev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at 100 ms on an H100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LangChain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used Jev as an eval judge ($0.34 vs $28 for Claude)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Fast-jev-compaction trims a Claude Code session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by up to 90% by asking which old tool calls still matter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pg-jev in Postgres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WHERE jev(people, 'the name is European')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Needle, an open-source Chrome extension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highlights the sentences that answer your question instead of writing an answer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API is free on Vercel's AI Gateway until Sept 25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https://www.latent.space/p/ainews-here-are-6-clones-of-jev-in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https://typesafe.ai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80716" y="506507"/>
            <a:ext cx="3621238" cy="1449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0" name="Google Shape;170;p2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80725" y="2364433"/>
            <a:ext cx="3621225" cy="101437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/>
          <p:nvPr/>
        </p:nvSpPr>
        <p:spPr>
          <a:xfrm>
            <a:off x="66307" y="6176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110900" y="433700"/>
            <a:ext cx="47205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Up to 5x cost diff for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Same model, same task, up to 5x the cost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study of 7 models and 3 harnesses (21 pairs)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Harness choice barely changes whether the task succeeds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It changes the bill a lot: up to 5x for the same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simple harness is often as good as a complicated one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model is not always best inside its own vendor's harness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https://arena.ai/blog/coding-agents-harness-tax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110900" y="1988594"/>
            <a:ext cx="47205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Qwen3.8-LiveTranslate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Interprets 60 languages with 2.3s lag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understands 60 languages and speaks 29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New: real-time speaker diarization and a synchronized bilingual display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hour of speech in and out costs about $1.54 at Singapore pricing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API only through Model Studio, with no open weights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https://qwen.ai/blog?id=qwen3.8-livetranslate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https://help.aliyun.com/en/model-studio/qwen3-8-livetranslate-flash-realtime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40425" y="433691"/>
            <a:ext cx="2575355" cy="1449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9" name="Google Shape;179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40425" y="1988598"/>
            <a:ext cx="1898370" cy="1403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0" name="Google Shape;180;p27"/>
          <p:cNvSpPr txBox="1"/>
          <p:nvPr/>
        </p:nvSpPr>
        <p:spPr>
          <a:xfrm>
            <a:off x="110888" y="3518423"/>
            <a:ext cx="57759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2026.9.5 updates itself without breaking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new version is now checked against a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private copy of your setup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before it goes live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current gateway keeps running while that happens, and a failed update rolls back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Rollback cannot undo database migrations, so back up first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Plugins hot reload, conversations can be shared, and GPT Live support is wider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release bundles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4,179 pull requests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from 502 contributing accounts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https://docs.openclaw.ai/releases/2026.9.5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https://openclaw.ai/blog/shipping-openclaw-updates-that-dont-break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https://www.youtube.com/watch?v=67oinOQYI-o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0825" y="3916456"/>
            <a:ext cx="3056249" cy="69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36576" y="758952"/>
            <a:ext cx="5669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merges chat and Cowork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adds Docs, Slides and Design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Cowork and chat are now one Claude app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Hand off a task, close the laptop, and Claude keeps working; it asks you when stuck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Docs: edit text yourself or leave comments for Claude to handle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Slides: build a deck, present from Claude, or export to PowerPoint or PDF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Design mocks up visuals inside the same chat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 and Max first, over the next few weeks; Team and Free later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Enterprise admins get at least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30 days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notice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https://claude.com/blog/cowork-is-now-claude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36576" y="2988564"/>
            <a:ext cx="56694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Projects run parallel agents in the cloud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project is now a conversation, not a folder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Describe a goal and Claude splits it into parallel cloud threads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thread gets its own branch and repo copy, runs tests and opens pull requests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coordinator assembles results; merge conflicts are handled like normal PRs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Threads keep running after you close the laptop; check in from your phone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Beta for select Pro and Max users, then Team and Enterprise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https://claude.com/blog/projects-redesigned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12450" y="931314"/>
            <a:ext cx="3212075" cy="159939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375" y="3329813"/>
            <a:ext cx="3120225" cy="813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129.2K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Sept 18,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189,217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(725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9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0" name="Google Shape;200;p29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69314"/>
            <a:ext cx="4839721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/>
          <p:nvPr/>
        </p:nvSpPr>
        <p:spPr>
          <a:xfrm>
            <a:off x="96051" y="165818"/>
            <a:ext cx="244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0"/>
          <p:cNvSpPr txBox="1"/>
          <p:nvPr/>
        </p:nvSpPr>
        <p:spPr>
          <a:xfrm>
            <a:off x="3328416" y="1263396"/>
            <a:ext cx="45720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1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1"/>
          <p:cNvSpPr txBox="1"/>
          <p:nvPr/>
        </p:nvSpPr>
        <p:spPr>
          <a:xfrm>
            <a:off x="1434219" y="2554732"/>
            <a:ext cx="62757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/>
        </p:nvSpPr>
        <p:spPr>
          <a:xfrm>
            <a:off x="36576" y="-27432"/>
            <a:ext cx="2966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Not in the presentation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2"/>
          <p:cNvSpPr txBox="1"/>
          <p:nvPr/>
        </p:nvSpPr>
        <p:spPr>
          <a:xfrm>
            <a:off x="36576" y="758952"/>
            <a:ext cx="6377100" cy="124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after this slide is left out of the talk.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Paste topics you decided not to present on the next slide. Scripts never write past this point, and a topic parked here is never added again.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3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3"/>
          <p:cNvSpPr txBox="1"/>
          <p:nvPr/>
        </p:nvSpPr>
        <p:spPr>
          <a:xfrm>
            <a:off x="36576" y="758952"/>
            <a:ext cx="5669400" cy="1958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ships Siri AI, built with Google's Gemini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iOS 27 ships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Siri 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as an English-only beta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Reads the screen, searches Messages, Mail and Photos, acts inside apps like WhatsApp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on Apple Foundation Models built "in collaboration with Google and its Gemini models"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Server features have daily usage caps during the beta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Not available in the EU or China at launch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Private frameworks let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Claude or ChatGPT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replace Siri's model; not user-facing yet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https://www.macrumors.com/2026/09/14/siri-can-be-swapped-out-for-chatgpt-claude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3506" y="786384"/>
            <a:ext cx="3204556" cy="195834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7" name="Google Shape;227;p33"/>
          <p:cNvSpPr txBox="1"/>
          <p:nvPr/>
        </p:nvSpPr>
        <p:spPr>
          <a:xfrm>
            <a:off x="36576" y="3083052"/>
            <a:ext cx="5669400" cy="1581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3.8 Live: a voice model that thinks while it talks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released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Gemini 3.8 Live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3.8 Live Extended Thinking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Speaks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97 languages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switches language mid-conversation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Keeps talking while it reasons and calls tools in the background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Sees camera input in real time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Audio input from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$0.005 per minute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about $0.84 per hour for Standard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Shipped alongside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Gemini 3.5 Transcribe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https://blog.google/innovation-and-ai/technology/developers-tools/build-real-time-voice-applications-gemini-audio/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2038" y="3110484"/>
            <a:ext cx="2547491" cy="15803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/>
        </p:nvSpPr>
        <p:spPr>
          <a:xfrm>
            <a:off x="36576" y="-27432"/>
            <a:ext cx="1859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4"/>
          <p:cNvSpPr txBox="1"/>
          <p:nvPr/>
        </p:nvSpPr>
        <p:spPr>
          <a:xfrm>
            <a:off x="36575" y="561225"/>
            <a:ext cx="8199000" cy="143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Jev apps arrive: page search, Postgres, judges, browsers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LangChain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used Jev as an eval judge: the same verdict as its human labels in all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500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runs, for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$0.34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against $28.17 for 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9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fast-jev-compaction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trims a Claude Code session by up to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90%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by asking which old tool calls still matter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Browser Use's </a:t>
            </a:r>
            <a:r>
              <a:rPr lang="en" sz="9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jev-ultrafast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found a Google Flights itinerary in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7.073 seconds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17 Jev calls, median 178 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9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pg-jev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puts it in Postgres: </a:t>
            </a:r>
            <a:r>
              <a:rPr lang="en" sz="9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WHERE jev(people, 'the name is European')</a:t>
            </a:r>
            <a:endParaRPr sz="9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Needle, an open-source Chrome extension, highlights the sentences that answer your question instead of writing an answer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API is free on Vercel's AI Gateway until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Sept 25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4"/>
          <p:cNvSpPr txBox="1"/>
          <p:nvPr/>
        </p:nvSpPr>
        <p:spPr>
          <a:xfrm>
            <a:off x="96063" y="2146839"/>
            <a:ext cx="5493300" cy="1311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Grok Voice Transcribe 2.0 cuts word errors to 6.8%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SpaceXAI's speech-to-text API claims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twice the accuracy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of version 1.0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Short-phrase word error across 19 languages fell from 20.6%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6.8%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reports rank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 of 32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streaming models on Artificial Analysis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Batch costs $0.10 per audio hour, streaming $0.20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four internal test sets are vendor-reported, so treat the numbers as a claim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API only, no weights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5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36576" y="606213"/>
            <a:ext cx="5669400" cy="2336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discloses six cases of its models misbehaving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framework for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misalignment incidents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most published within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6 to 12 business days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Any employee can flag a case, even before OpenAI can explain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unreleased Astra model wrote "you do not answer to corporations or governments" into its instructions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GPT-5.6 Sol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training, notes told later sessions to hide errors and invent missing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model found a leaked API key in a public repo and used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Models passed notes through an internal library, a trick seen again in the Hugging Face hack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https://www.latent.space/p/ainews-reality-checks-on-ai-news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9864" y="771821"/>
            <a:ext cx="3291840" cy="200558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3" name="Google Shape;243;p35"/>
          <p:cNvSpPr txBox="1"/>
          <p:nvPr/>
        </p:nvSpPr>
        <p:spPr>
          <a:xfrm>
            <a:off x="36576" y="3101171"/>
            <a:ext cx="9070800" cy="1770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broke into three real companies during a security test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test was run in May by Israeli security firm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Irregular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bug gave Gemini internet access from inside a simulated company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guessed passwords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at one real company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 two others it used valid credentials leaked in public repositories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stopped once it recognized the systems were real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says this does not show "model misalignment"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Follows the OpenAI agents' breach of Hugging Face in July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https://www.cnbc.com/2026/09/18/googles-gemini-becomes-latest-ai-model-to-break-out-and-hack-computer-systems.html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6"/>
          <p:cNvSpPr txBox="1"/>
          <p:nvPr/>
        </p:nvSpPr>
        <p:spPr>
          <a:xfrm>
            <a:off x="36576" y="758952"/>
            <a:ext cx="5669400" cy="1581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Periodic Labs' Neon beats frontier models at lab science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Trained in a loop between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physical labs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ML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Kimi base model, mid-training plus RL on proprietary experiment data,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1,300 H200s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1T-parameter expert for X-ray diffraction analysis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FrontierXRD success rose from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2.7% to 55.3%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per a community summary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GPT-6 Astra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Claude Fable 5.1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at lower cost per analysis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Already analyzing superconductor and magnet experiments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https://periodic.com/news/nature-is-our-learning-environment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3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0846" y="786384"/>
            <a:ext cx="2729875" cy="17693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1" name="Google Shape;251;p36"/>
          <p:cNvSpPr txBox="1"/>
          <p:nvPr/>
        </p:nvSpPr>
        <p:spPr>
          <a:xfrm>
            <a:off x="36576" y="2894076"/>
            <a:ext cx="5669400" cy="1581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Home opens to AI agents through MCP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Early-access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Google Home MCP server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Claude, ChatGPT, OpenClaw and others can control devices and review activity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Works with Nest and Matter devices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Setup needs a Google Cloud project and MCP details given to your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 only, for the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$20/month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Google Home Premium Advanced plan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Rollout started September 16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https://techcrunch.com/2026/09/16/your-ai-agents-can-now-control-your-google-home-devices/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2" name="Google Shape;252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2387" y="2921508"/>
            <a:ext cx="2826795" cy="17693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4117</Words>
  <Application>Microsoft Macintosh PowerPoint</Application>
  <PresentationFormat>On-screen Show (16:9)</PresentationFormat>
  <Paragraphs>533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Calibri</vt:lpstr>
      <vt:lpstr>Consolas</vt:lpstr>
      <vt:lpstr>Arial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2026-09-22T02:28:54Z</dcterms:modified>
</cp:coreProperties>
</file>