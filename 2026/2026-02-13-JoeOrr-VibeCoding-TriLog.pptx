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70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Relationship Id="rId9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user-data/uploads/main-mood-screen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80" y="457200"/>
            <a:ext cx="1920240" cy="417880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3108960" y="8229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TriLog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310896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Life at a Glance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08960" y="25603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mood, energy, and activities in a beautiful visual timeline.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patterns. Build habits. Know yourself better.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08960" y="38404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66160" y="384048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23360" y="384048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80560" y="3840480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384048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089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03520" y="3840480"/>
            <a:ext cx="274320" cy="274320"/>
          </a:xfrm>
          <a:prstGeom prst="ellipse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384048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675120" y="3840480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132320" y="3840480"/>
            <a:ext cx="274320" cy="274320"/>
          </a:xfrm>
          <a:prstGeom prst="ellipse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035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iOS  •  Free with optional Pro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TriLog?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life tracker that turns your daily mood, energy, and activities into patterns you can see and learn from.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14884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14884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24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emotional states from Happy to Upset. Quick tap, don't overthink 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80360" y="1874520"/>
            <a:ext cx="214884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80360" y="1874520"/>
            <a:ext cx="2148840" cy="54864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8960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10896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vitality levels from exhausted to fully charged. Separate from mood.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12080" y="1874520"/>
            <a:ext cx="214884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212080" y="1874520"/>
            <a:ext cx="214884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0680" y="2148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5216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44068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doing: Sleep, Work, Exercise, Leisure, Socialize, and more.</a:t>
            </a:r>
            <a:endParaRPr lang="en-US" sz="1100" dirty="0"/>
          </a:p>
        </p:txBody>
      </p:sp>
      <p:pic>
        <p:nvPicPr>
          <p:cNvPr id="20" name="Image 3" descr="/mnt/user-data/uploads/quick-track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6640" y="1188720"/>
            <a:ext cx="1536192" cy="3343046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21" name="Text 15"/>
          <p:cNvSpPr/>
          <p:nvPr/>
        </p:nvSpPr>
        <p:spPr>
          <a:xfrm>
            <a:off x="722376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entry in seconds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Visual Grid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entire week on one screen — 7 days × 24 hours = 168 hours at a glance</a:t>
            </a:r>
            <a:endParaRPr lang="en-US" sz="1300" dirty="0"/>
          </a:p>
        </p:txBody>
      </p:sp>
      <p:pic>
        <p:nvPicPr>
          <p:cNvPr id="5" name="Image 0" descr="/home/claude/main-screen-guid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5760" y="1371600"/>
            <a:ext cx="2926080" cy="356616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749040" y="14630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0690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Columns = Days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6908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through Saturday, current day highlighted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49040" y="20574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690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 = Hours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6908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to midnight, 24-hour vertical axis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49040" y="26517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690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Colored Blocks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shown as colored bars: blue=sleep, red=work, green=exercise, purple=leisure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49040" y="32461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690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Mood &amp; Energy Dots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6908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colored indicators at activity boundaries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49040" y="38404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0690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Strip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06908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weather icons with temperature at bottom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749040" y="44348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069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Moon Phases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06908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cycle indicators for sleep pattern correlation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14032" y="713232"/>
            <a:ext cx="1668780" cy="3588563"/>
          </a:xfrm>
          <a:prstGeom prst="rect">
            <a:avLst/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/mnt/user-data/uploads/light-theme-main-screen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2320" y="731520"/>
            <a:ext cx="1632204" cy="355198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494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on What Matters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all metrics or isolate mood, energy, or activity across 3 weeks</a:t>
            </a:r>
            <a:endParaRPr lang="en-US" sz="1300" dirty="0"/>
          </a:p>
        </p:txBody>
      </p:sp>
      <p:pic>
        <p:nvPicPr>
          <p:cNvPr id="5" name="Image 0" descr="/mnt/user-data/uploads/main-mood-screen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920" y="1325880"/>
            <a:ext cx="1691640" cy="32004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11480" y="4572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</a:t>
            </a:r>
            <a:endParaRPr lang="en-US" sz="1100" dirty="0"/>
          </a:p>
        </p:txBody>
      </p:sp>
      <p:pic>
        <p:nvPicPr>
          <p:cNvPr id="7" name="Image 1" descr="/mnt/user-data/uploads/main-screen-just-activity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51760" y="1325880"/>
            <a:ext cx="1691640" cy="32004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560320" y="4572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Only</a:t>
            </a:r>
            <a:endParaRPr lang="en-US" sz="1100" dirty="0"/>
          </a:p>
        </p:txBody>
      </p:sp>
      <p:pic>
        <p:nvPicPr>
          <p:cNvPr id="9" name="Image 2" descr="/mnt/user-data/uploads/main-screen-just-energy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0600" y="1325880"/>
            <a:ext cx="1691640" cy="32004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4709160" y="4572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Only</a:t>
            </a:r>
            <a:endParaRPr lang="en-US" sz="1100" dirty="0"/>
          </a:p>
        </p:txBody>
      </p:sp>
      <p:pic>
        <p:nvPicPr>
          <p:cNvPr id="11" name="Image 3" descr="/mnt/user-data/uploads/main-screen-just-mood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1325880"/>
            <a:ext cx="1691640" cy="320040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12" name="Text 6"/>
          <p:cNvSpPr/>
          <p:nvPr/>
        </p:nvSpPr>
        <p:spPr>
          <a:xfrm>
            <a:off x="6858000" y="4572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Only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Effortless Tracking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82880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457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6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Track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mood, energy, and activity in seconds. Tap icons — no modals, no friction. See recent events in a timeline. Perfect for busy days.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3840480" cy="16916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3840480" cy="45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60" y="3337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Polling Notifications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22960" y="3840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reminders every 15–90 minutes ask how you're doing. Respond in one tap via Quick Track. More data points, richer patterns.</a:t>
            </a:r>
            <a:endParaRPr lang="en-US" sz="1200" dirty="0"/>
          </a:p>
        </p:txBody>
      </p:sp>
      <p:pic>
        <p:nvPicPr>
          <p:cNvPr id="14" name="Image 2" descr="/mnt/user-data/uploads/quick-track-with-entries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6320" y="1005840"/>
            <a:ext cx="1574597" cy="3426623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pic>
        <p:nvPicPr>
          <p:cNvPr id="15" name="Image 3" descr="/mnt/user-data/uploads/polling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0" y="1005840"/>
            <a:ext cx="1574597" cy="3426623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16" name="Text 10"/>
          <p:cNvSpPr/>
          <p:nvPr/>
        </p:nvSpPr>
        <p:spPr>
          <a:xfrm>
            <a:off x="466344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Track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67512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Context with Notes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tell you why — not just how you felt, but what caused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8229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" cy="82296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context: "bad sleep", "great workout"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874520" cy="8229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1490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Meal Notes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with 'm': m lunch 450 — tracks calories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874520" cy="8229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54864" cy="8229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Notes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with 'h': h headache, h took ibuprofen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423160"/>
            <a:ext cx="1874520" cy="8229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06040" y="242316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88920" y="2496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Notes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with 'cy': cy started, cy day 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 shorthand expansions, search, and filterable note types</a:t>
            </a:r>
            <a:endParaRPr lang="en-US" sz="1100" dirty="0"/>
          </a:p>
        </p:txBody>
      </p:sp>
      <p:pic>
        <p:nvPicPr>
          <p:cNvPr id="22" name="Image 0" descr="/mnt/user-data/uploads/notes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4880" y="1005840"/>
            <a:ext cx="1574597" cy="3426623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pic>
        <p:nvPicPr>
          <p:cNvPr id="23" name="Image 1" descr="/mnt/user-data/uploads/note-long-pres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6560" y="1005840"/>
            <a:ext cx="1574597" cy="3426623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24" name="Text 20"/>
          <p:cNvSpPr/>
          <p:nvPr/>
        </p:nvSpPr>
        <p:spPr>
          <a:xfrm>
            <a:off x="457200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with notes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8368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filters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Charts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 reveal different patterns in your data</a:t>
            </a:r>
            <a:endParaRPr lang="en-US" sz="1300" dirty="0"/>
          </a:p>
        </p:txBody>
      </p:sp>
      <p:pic>
        <p:nvPicPr>
          <p:cNvPr id="5" name="Image 0" descr="/mnt/user-data/uploads/metrics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99" r="-10299"/>
          <a:stretch/>
        </p:blipFill>
        <p:spPr>
          <a:xfrm>
            <a:off x="457200" y="1325880"/>
            <a:ext cx="1824228" cy="32918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27432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Metrics Grid</a:t>
            </a:r>
            <a:endParaRPr lang="en-US" sz="1100" dirty="0"/>
          </a:p>
        </p:txBody>
      </p:sp>
      <p:pic>
        <p:nvPicPr>
          <p:cNvPr id="7" name="Image 1" descr="/mnt/user-data/uploads/chart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299" r="-10299"/>
          <a:stretch/>
        </p:blipFill>
        <p:spPr>
          <a:xfrm>
            <a:off x="3017520" y="1325880"/>
            <a:ext cx="1824228" cy="32918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83464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Bar Chart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760720" y="1325880"/>
            <a:ext cx="3017520" cy="32918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89320" y="146304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Metrics Grid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Daily rows for mood, energy, sleep, steps, calories, and custom trackers.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Charts View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Bar and pie charts show activity distribution over 7 or 21 days.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Extended Views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14-day scrollable metrics and year-long habit views for deep pattern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Better Habits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recurring tasks tracked with visual consistency grids</a:t>
            </a:r>
            <a:endParaRPr lang="en-US" sz="1300" dirty="0"/>
          </a:p>
        </p:txBody>
      </p:sp>
      <p:pic>
        <p:nvPicPr>
          <p:cNvPr id="5" name="Image 0" descr="/mnt/user-data/uploads/habits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472" r="-13472"/>
          <a:stretch/>
        </p:blipFill>
        <p:spPr>
          <a:xfrm>
            <a:off x="548640" y="1371600"/>
            <a:ext cx="1920240" cy="32918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Habit Grid</a:t>
            </a:r>
            <a:endParaRPr lang="en-US" sz="1000" dirty="0"/>
          </a:p>
        </p:txBody>
      </p:sp>
      <p:pic>
        <p:nvPicPr>
          <p:cNvPr id="7" name="Image 1" descr="/mnt/user-data/uploads/one-metric-year-view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472" r="-13472"/>
          <a:stretch/>
        </p:blipFill>
        <p:spPr>
          <a:xfrm>
            <a:off x="2743200" y="1371600"/>
            <a:ext cx="1920240" cy="32918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56032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View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0" y="1371600"/>
            <a:ext cx="3749040" cy="32918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3520" y="16002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5394960" y="21945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daily habits like meditation, vitamins, reading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completions in Day End or the Habits grid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21-day consistency at a glance — solid rows = strong habits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Year-long calendar view shows long-term patterns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 differences become obvious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1–3 habits, add more as they stick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Launch &amp; Day 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structured routines for morning reflection and evening planning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4572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☀️  Day Launch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&amp; Onset (0–5)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Waking feeling &amp; wake-ups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 &amp; insomnia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goals 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routine checklist (Pro)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560320" cy="320040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560320" cy="457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🌙  Day 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top 3 targets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space for reflection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completion checkboxes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check ratings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heart rate (Pro, iOS)</a:t>
            </a:r>
            <a:endParaRPr lang="en-US" sz="1100" dirty="0"/>
          </a:p>
        </p:txBody>
      </p:sp>
      <p:pic>
        <p:nvPicPr>
          <p:cNvPr id="13" name="Image 0" descr="/mnt/user-data/uploads/day-launch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6480" y="1097280"/>
            <a:ext cx="1382573" cy="3008742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pic>
        <p:nvPicPr>
          <p:cNvPr id="14" name="Image 1" descr="/mnt/user-data/uploads/day-en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8080" y="1097280"/>
            <a:ext cx="1382573" cy="3008742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Features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1920" y="320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version is complete. Pro adds power features for dedicated trackers.</a:t>
            </a:r>
            <a:endParaRPr lang="en-US" sz="1300" dirty="0"/>
          </a:p>
        </p:txBody>
      </p:sp>
      <p:pic>
        <p:nvPicPr>
          <p:cNvPr id="6" name="Image 1" descr="/mnt/user-data/uploads/pomodoro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371600"/>
            <a:ext cx="1632204" cy="3551987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27432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Timer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926080" y="1371600"/>
            <a:ext cx="3291840" cy="7772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926080" y="1371600"/>
            <a:ext cx="54864" cy="777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4680" y="15361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Pomodoro Timer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5661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25-min focus sessions with short/long breaks. Tracks sessions and integrates with your timeline.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926080" y="2286000"/>
            <a:ext cx="3291840" cy="7772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2926080" y="2286000"/>
            <a:ext cx="54864" cy="77724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4680" y="245059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661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Trackers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56616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anything: water intake, medication, pain levels, coffee. Types: text, count, sum, traffic light.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926080" y="3200400"/>
            <a:ext cx="3291840" cy="7772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2926080" y="3200400"/>
            <a:ext cx="54864" cy="7772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4680" y="336499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661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Track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56616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one-tap logging without opening the full entry modal. Perfect with Polling.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2926080" y="4114800"/>
            <a:ext cx="3291840" cy="7772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2926080" y="4114800"/>
            <a:ext cx="54864" cy="77724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4680" y="427939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6616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Morning Routine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3566160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checklist in Day Launch. Markdown-based, resets daily.</a:t>
            </a:r>
            <a:endParaRPr lang="en-US" sz="1000" dirty="0"/>
          </a:p>
        </p:txBody>
      </p:sp>
      <p:pic>
        <p:nvPicPr>
          <p:cNvPr id="28" name="Image 6" descr="/mnt/user-data/uploads/mood-entries.png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5120" y="1371600"/>
            <a:ext cx="1632204" cy="3551987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29" name="Text 20"/>
          <p:cNvSpPr/>
          <p:nvPr/>
        </p:nvSpPr>
        <p:spPr>
          <a:xfrm>
            <a:off x="649224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History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App, Your Way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settings let you show exactly what matters to you</a:t>
            </a:r>
            <a:endParaRPr lang="en-US" sz="1300" dirty="0"/>
          </a:p>
        </p:txBody>
      </p:sp>
      <p:pic>
        <p:nvPicPr>
          <p:cNvPr id="5" name="Image 0" descr="/mnt/user-data/uploads/settings-appearance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371600"/>
            <a:ext cx="1632204" cy="3551987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27432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Settings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450592" y="1353312"/>
            <a:ext cx="1668780" cy="3588563"/>
          </a:xfrm>
          <a:prstGeom prst="rect">
            <a:avLst/>
          </a:prstGeom>
          <a:solidFill>
            <a:srgbClr val="FFFFFF"/>
          </a:solidFill>
          <a:ln w="1524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user-data/uploads/light-theme-setting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8880" y="1371600"/>
            <a:ext cx="1632204" cy="35519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Settings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46320" y="1371600"/>
            <a:ext cx="3931920" cy="5943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46320" y="137160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74920" y="1399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Toggles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7492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Calories, Steps, Moon Phases, Weather, Cycles, Mood Icons, View Dots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46320" y="2057400"/>
            <a:ext cx="3931920" cy="5943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2057400"/>
            <a:ext cx="54864" cy="59436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7492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74920" y="2350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Dark, or follow System preference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46320" y="2743200"/>
            <a:ext cx="3931920" cy="5943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46320" y="2743200"/>
            <a:ext cx="54864" cy="5943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74920" y="2770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Restore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074920" y="3035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auto-sync, database export, Google Sheets export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46320" y="3429000"/>
            <a:ext cx="3931920" cy="5943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846320" y="3429000"/>
            <a:ext cx="54864" cy="5943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7492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Management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07492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Trackers and Habits grids, customize Metrics rows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46320" y="4114800"/>
            <a:ext cx="3931920" cy="59436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4846320" y="411480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074920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First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074920" y="4407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locally on device. Your data is yours alone.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Longer You Track, The More You See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Week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app. Finding your logging rhythm.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57400" y="1234440"/>
            <a:ext cx="77724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34640" y="10972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Month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emerge: energy dips, mood correlations, sleep effects.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1234440"/>
            <a:ext cx="77724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109728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Several Months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rhythms, monthly cycles, life change impacts visible.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77724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1097280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Year+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patterns. A profound record of your life.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2560320"/>
            <a:ext cx="7680960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 isn't to optimize your life. It's to notice it.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without reviewing is like writing a journal you never read. TriLog makes the review effortless.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3794760"/>
            <a:ext cx="4572000" cy="1097280"/>
          </a:xfrm>
          <a:prstGeom prst="rect">
            <a:avLst/>
          </a:prstGeom>
          <a:solidFill>
            <a:srgbClr val="2563E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0" y="3840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TriLog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2860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 the App Store  •  Pro subscription for power features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Macintosh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TriLog - See Your Life at a Glance</dc:title>
  <dc:subject>PptxGenJS Presentation</dc:subject>
  <dc:creator>TriLog</dc:creator>
  <cp:lastModifiedBy>Lev Selector</cp:lastModifiedBy>
  <cp:revision>2</cp:revision>
  <dcterms:created xsi:type="dcterms:W3CDTF">2026-02-13T18:41:31Z</dcterms:created>
  <dcterms:modified xsi:type="dcterms:W3CDTF">2026-02-23T00:38:41Z</dcterms:modified>
</cp:coreProperties>
</file>